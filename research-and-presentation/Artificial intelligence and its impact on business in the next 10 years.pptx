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2934" y="-10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13C50-C7DA-4E77-A9C6-707D68F23F07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BF278-2A4C-4678-B2C7-738FA561890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8365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278-2A4C-4678-B2C7-738FA561890C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337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376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82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373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915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9606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38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825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208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24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599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460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2BAEA-E882-4A83-B1D6-FA916E470AC0}" type="datetimeFigureOut">
              <a:rPr lang="en-PH" smtClean="0"/>
              <a:t>12 Mar 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B4103-C936-4471-94A7-FE1CD94B4DC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858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Autofit/>
          </a:bodyPr>
          <a:lstStyle/>
          <a:p>
            <a:r>
              <a:rPr lang="en-PH" sz="6600" dirty="0" smtClean="0">
                <a:solidFill>
                  <a:schemeClr val="bg1"/>
                </a:solidFill>
                <a:latin typeface="Arial Black" pitchFamily="34" charset="0"/>
              </a:rPr>
              <a:t>ARTIFICIAL INTELLIGENCE AND BUSINESS</a:t>
            </a:r>
            <a:endParaRPr lang="en-PH" sz="54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0412" y="452131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dirty="0" smtClean="0">
                <a:solidFill>
                  <a:schemeClr val="accent6">
                    <a:lumMod val="75000"/>
                  </a:schemeClr>
                </a:solidFill>
                <a:latin typeface="Eras Bold ITC" pitchFamily="34" charset="0"/>
                <a:cs typeface="Arial" pitchFamily="34" charset="0"/>
              </a:rPr>
              <a:t>THE NEXT 10 YEARS</a:t>
            </a:r>
            <a:endParaRPr lang="en-PH" sz="4000" dirty="0">
              <a:solidFill>
                <a:schemeClr val="accent6">
                  <a:lumMod val="75000"/>
                </a:schemeClr>
              </a:solidFill>
              <a:latin typeface="Eras Bold ITC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4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/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Introduction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000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05088" y="4731762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Core Driver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8104" y="4731762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Reshape Industry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6216" y="4741054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People and AI work together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8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110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/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Automation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5088" y="4731762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Perform Repetitive Tasks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8104" y="4731762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Customer Service </a:t>
            </a:r>
            <a:r>
              <a:rPr lang="en-PH" dirty="0" err="1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Chatbots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6216" y="4741054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Shift toward Managing AI Systems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8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104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495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/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Decision-Making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5088" y="4731762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err="1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Analyzes</a:t>
            </a:r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 Large Data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8104" y="4731762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Detect Risks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6216" y="4741054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Strategic Decisions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8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104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005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>
            <a:normAutofit/>
          </a:bodyPr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Customer Experience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5088" y="4731762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Highly Personalized Experience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8104" y="4731762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Marketing Strategies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6216" y="4741054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Improve Satisfaction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8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000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19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>
            <a:normAutofit/>
          </a:bodyPr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Industry Impacts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96" y="4731762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Healthcare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35896" y="4731762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Finance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8104" y="4741054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Retail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" y="2825752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825752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817999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825752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000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5508304" y="4725144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Logistics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08504" y="4725144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Education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19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>
            <a:normAutofit/>
          </a:bodyPr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New Roles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35896" y="4731762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New Careers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08304" y="4725144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Human-AI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96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304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167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224136"/>
          </a:xfrm>
        </p:spPr>
        <p:txBody>
          <a:bodyPr>
            <a:normAutofit/>
          </a:bodyPr>
          <a:lstStyle/>
          <a:p>
            <a:r>
              <a:rPr lang="en-PH" dirty="0" smtClean="0">
                <a:solidFill>
                  <a:schemeClr val="bg1"/>
                </a:solidFill>
                <a:latin typeface="Arial Black" pitchFamily="34" charset="0"/>
              </a:rPr>
              <a:t>Conclusion</a:t>
            </a:r>
            <a:endParaRPr lang="en-PH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5088" y="4731762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Transform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8104" y="4731762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Automate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6216" y="4741054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 smtClean="0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</a:rPr>
              <a:t>Competitive Advantage</a:t>
            </a:r>
            <a:endParaRPr lang="en-PH" dirty="0">
              <a:solidFill>
                <a:schemeClr val="accent1">
                  <a:lumMod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8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000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853136"/>
            <a:ext cx="1800000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050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65</Words>
  <Application>Microsoft Office PowerPoint</Application>
  <PresentationFormat>On-screen Show (4:3)</PresentationFormat>
  <Paragraphs>32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ARTIFICIAL INTELLIGENCE AND BUSINESS</vt:lpstr>
      <vt:lpstr>Introduction</vt:lpstr>
      <vt:lpstr>Automation</vt:lpstr>
      <vt:lpstr>Decision-Making</vt:lpstr>
      <vt:lpstr>Customer Experience</vt:lpstr>
      <vt:lpstr>Industry Impacts</vt:lpstr>
      <vt:lpstr>New Roles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Business: The Next 10 Years</dc:title>
  <dc:creator>James Henry Cadaguit</dc:creator>
  <cp:lastModifiedBy>James Henry Cadaguit</cp:lastModifiedBy>
  <cp:revision>15</cp:revision>
  <dcterms:created xsi:type="dcterms:W3CDTF">2026-03-09T14:54:17Z</dcterms:created>
  <dcterms:modified xsi:type="dcterms:W3CDTF">2026-03-12T14:30:56Z</dcterms:modified>
</cp:coreProperties>
</file>